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86" d="100"/>
          <a:sy n="86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D1261-4267-4A67-B0F5-8BF6B406D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FD0B80-D4C6-4E82-A7A4-78EA74A1A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37B6F-FB2C-4496-BC2B-AD1D1C0EE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D3FFB-C56A-4AF2-BA00-B2F4BD076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D2409-F319-4968-B96B-9C59980C6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172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D7343-ADB0-45CC-9B46-C61553BA8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F6EF0-5157-4014-9FBD-08E9A363B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6EC3F-BBC0-4C70-9DAF-0CC666F6D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0321D-0CA7-4E38-B277-0748D27E3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AF47F-BE8B-4C6F-9DBE-DF0CED7DC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4347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24535-165E-4010-B27C-D80D003F7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4DEAC-F820-4595-A08D-67299306A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49B46-D589-4305-8D45-CCA2FBC1E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B6317-78A8-457C-8AEF-4CF963977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764C4-948C-4128-B2AB-408325A4B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38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AD7C1-EB33-4639-8363-4B0BF4EC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ED91-8004-4887-9B7B-E243D87DF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E992AE-346B-4E95-B243-4CB70799A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6224A-3DEE-47E2-A843-E87940C19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07C40-1002-45A7-A5AC-E3E7A08E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A138B9-CAF7-43F8-AE6D-E00389FAE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03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A9BF-FA22-4761-9407-1A264821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B1CC7-1EEA-4862-BD10-8ED6C9F203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B4A083-2D61-4A7E-BF9D-5948EDF28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C095AC-4841-479D-9F8D-FB68AA8C84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F8FECC-AAF5-42D4-B972-3442BFECE8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954341-8E57-4D79-90D0-2B2FC9BE5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D4D5E5-36D0-4481-8FA3-332F9489B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C09759-1247-47EA-B3B8-5A3BB6C17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582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831C-5AC8-4469-AEAA-E66A04B1C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198D0-5B4F-46F3-BE91-9A8687EFF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1173E-EEF5-434C-BBCE-DD7FF291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0319B-BF1F-4F2B-A154-4ADCBC3BD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846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77BAD2-9E4F-42A4-A0FB-C41FD8666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B124AE-6D74-471B-9509-E51AF669F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9F27C-E0F3-4E09-8DCA-3634E5AF7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534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AC7DD-7107-4BB2-90CE-4B9F92B24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AF59F-EB99-492A-AB23-683A733E5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61ECBD-12D9-4AB5-B3C6-25F3C79CDD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4AD160-10A4-4A78-98B7-4A957AB7A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B13E2B-C9C3-4023-B1D2-B2A4F06D0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CBD8A-FAF9-4C1D-9014-CB3AF1894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68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E0DCE-0658-4052-8BE6-02D211ED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1BE3A1-E6D5-4D85-814F-2962CEB487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6C1591-E29B-4685-BA26-2F2C0BE0C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DD7C33-C21B-4B32-876D-BA10274D0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583353-9E64-4E01-B028-8D58F5DD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9E9D3-CFBE-453C-A5F1-C464005E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BF76F-8984-4CA2-85CF-172175528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A2E979-9923-4F85-8A64-9C5C5DDC5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2437C-C32A-424F-9B18-E9898BC2E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4397B-5D0B-4377-8830-62C61F0FE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975A2-624D-4F7C-8C77-F226AA5D1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93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D977BD-C270-42CD-9E58-80A860B5DC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EBD74-18DA-4CDD-AC74-3896E2B0B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DCE4-BE97-4DE5-BA86-A0882857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3462E-6519-465A-8226-E91340147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A02F7-68FE-4A99-BA41-E928E546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680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3548D0-029D-48DA-9728-B32AE6557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9D746A-106F-4F61-A95F-26C33AA48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4046B-9AC8-4E14-923B-CCA92FB8CF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D4465-2916-4D7A-84A6-D514C1C5A775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EF09D-027E-4444-8504-D558BA112B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9D67E-27ED-46B5-B61E-948798BE22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241FA-128A-4D60-AA25-94F0AD041A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0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05426-E852-4B05-8E3B-54294BF2D8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FD5514-C8CA-4345-88F8-5FC39162C4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445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0B520CED-6215-425C-8196-98618D4902F8}"/>
              </a:ext>
            </a:extLst>
          </p:cNvPr>
          <p:cNvSpPr/>
          <p:nvPr/>
        </p:nvSpPr>
        <p:spPr>
          <a:xfrm>
            <a:off x="3969834" y="1438507"/>
            <a:ext cx="2709746" cy="270974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3E93B3-9AF9-4799-B350-F3AC15DF2ADA}"/>
              </a:ext>
            </a:extLst>
          </p:cNvPr>
          <p:cNvSpPr/>
          <p:nvPr/>
        </p:nvSpPr>
        <p:spPr>
          <a:xfrm>
            <a:off x="4672362" y="2051825"/>
            <a:ext cx="1282390" cy="1377176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020B0-18DF-4707-9647-A8BC9E1D423B}"/>
              </a:ext>
            </a:extLst>
          </p:cNvPr>
          <p:cNvSpPr txBox="1"/>
          <p:nvPr/>
        </p:nvSpPr>
        <p:spPr>
          <a:xfrm>
            <a:off x="7131205" y="2098288"/>
            <a:ext cx="1862254" cy="36799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Data enthusiasts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09EA12-FF40-477E-8A18-725E24A3D477}"/>
              </a:ext>
            </a:extLst>
          </p:cNvPr>
          <p:cNvSpPr txBox="1"/>
          <p:nvPr/>
        </p:nvSpPr>
        <p:spPr>
          <a:xfrm>
            <a:off x="7164658" y="2789663"/>
            <a:ext cx="2854712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R, </a:t>
            </a:r>
            <a:r>
              <a:rPr lang="en-US" b="1" dirty="0" err="1"/>
              <a:t>tidyverse</a:t>
            </a:r>
            <a:r>
              <a:rPr lang="en-US" b="1" dirty="0"/>
              <a:t>, ggplot2, users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FF71DA-C1B7-4ABA-8CA1-38B8D49DC081}"/>
              </a:ext>
            </a:extLst>
          </p:cNvPr>
          <p:cNvCxnSpPr>
            <a:cxnSpLocks/>
          </p:cNvCxnSpPr>
          <p:nvPr/>
        </p:nvCxnSpPr>
        <p:spPr>
          <a:xfrm flipH="1">
            <a:off x="6559705" y="2282283"/>
            <a:ext cx="5464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03B32B-E540-440E-81B3-AAB3A06A9933}"/>
              </a:ext>
            </a:extLst>
          </p:cNvPr>
          <p:cNvCxnSpPr>
            <a:cxnSpLocks/>
          </p:cNvCxnSpPr>
          <p:nvPr/>
        </p:nvCxnSpPr>
        <p:spPr>
          <a:xfrm flipH="1">
            <a:off x="5954753" y="2999679"/>
            <a:ext cx="1209905" cy="0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0276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FD9EADC6-135E-451F-86EF-53C9D066E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550074"/>
              </p:ext>
            </p:extLst>
          </p:nvPr>
        </p:nvGraphicFramePr>
        <p:xfrm>
          <a:off x="2032000" y="719666"/>
          <a:ext cx="8127999" cy="604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668">
                  <a:extLst>
                    <a:ext uri="{9D8B030D-6E8A-4147-A177-3AD203B41FA5}">
                      <a16:colId xmlns:a16="http://schemas.microsoft.com/office/drawing/2014/main" val="631752566"/>
                    </a:ext>
                  </a:extLst>
                </a:gridCol>
                <a:gridCol w="4082998">
                  <a:extLst>
                    <a:ext uri="{9D8B030D-6E8A-4147-A177-3AD203B41FA5}">
                      <a16:colId xmlns:a16="http://schemas.microsoft.com/office/drawing/2014/main" val="130170091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524028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use individual data points as it 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 visualize through point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168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B</a:t>
                      </a:r>
                    </a:p>
                    <a:p>
                      <a:pPr algn="ctr"/>
                      <a:endParaRPr lang="en-US" sz="12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/>
                      <a:endParaRPr 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use individual data points as it is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</a:t>
                      </a:r>
                      <a:r>
                        <a:rPr lang="en-US" dirty="0" err="1">
                          <a:solidFill>
                            <a:sysClr val="windowText" lastClr="000000"/>
                          </a:solidFill>
                        </a:rPr>
                        <a:t>quasirandom</a:t>
                      </a:r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9526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use individual data points as it is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jitter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447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Compute quartiles andQ1-3IQR and Q3+3IQR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box and whisker plot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74230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Use individual points 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jitter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7948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Compute quartiles andQ1-3IQR and Q3+3IQR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box and whisker plot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877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Compute kernel density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violin geometry</a:t>
                      </a: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7558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Compute minimum and maximum of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through line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40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Compute minimum, mean and maximum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Visualize range through line and mean through point geometry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02407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801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107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5</cp:revision>
  <dcterms:created xsi:type="dcterms:W3CDTF">2025-01-18T08:52:38Z</dcterms:created>
  <dcterms:modified xsi:type="dcterms:W3CDTF">2025-09-01T10:00:12Z</dcterms:modified>
</cp:coreProperties>
</file>